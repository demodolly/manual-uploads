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Closing: Manual Upload Success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50976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323"/>
                </a:solidFill>
                <a:latin typeface="Aptos"/>
              </a:defRPr>
            </a:pPr>
            <a:r>
              <a:t>To close, remember the steps that make manual uploads accurate, compliant, and useful downstream.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6812280" cy="4251960"/>
          </a:xfrm>
          <a:prstGeom prst="roundRect">
            <a:avLst/>
          </a:prstGeom>
          <a:solidFill>
            <a:srgbClr val="F7FAFD"/>
          </a:solidFill>
          <a:ln w="15875">
            <a:solidFill>
              <a:srgbClr val="CE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73936"/>
            <a:ext cx="6263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3366"/>
                </a:solidFill>
                <a:latin typeface="Aptos Display"/>
              </a:defRPr>
            </a:pPr>
            <a:r>
              <a:t>Before you submit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212848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194560"/>
            <a:ext cx="5715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3"/>
                </a:solidFill>
                <a:latin typeface="Aptos"/>
              </a:defRPr>
            </a:pPr>
            <a:r>
              <a:t>Use Manual Upload only for supported, non-automated use cases.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2715768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697479"/>
            <a:ext cx="5715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3"/>
                </a:solidFill>
                <a:latin typeface="Aptos"/>
              </a:defRPr>
            </a:pPr>
            <a:r>
              <a:t>Classify records correctly as hand raisers or non-hand raisers.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218688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3200400"/>
            <a:ext cx="5715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3"/>
                </a:solidFill>
                <a:latin typeface="Aptos"/>
              </a:defRPr>
            </a:pPr>
            <a:r>
              <a:t>Prepare privacy evidence, Activity IDs, Drive-to IDs, Offer IDs, Event IDs, and vendor details.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721608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3703320"/>
            <a:ext cx="5715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3"/>
                </a:solidFill>
                <a:latin typeface="Aptos"/>
              </a:defRPr>
            </a:pPr>
            <a:r>
              <a:t>Complete the MUSE template without changing its structure.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4224528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4206240"/>
            <a:ext cx="5715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3"/>
                </a:solidFill>
                <a:latin typeface="Aptos"/>
              </a:defRPr>
            </a:pPr>
            <a:r>
              <a:t>Fix validation errors before submission.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727448"/>
            <a:ext cx="256032" cy="25603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709160"/>
            <a:ext cx="5715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323"/>
                </a:solidFill>
                <a:latin typeface="Aptos"/>
              </a:defRPr>
            </a:pPr>
            <a:r>
              <a:t>Submit through the Manual Upload Request portal and wait for MRM confirmation.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1508760"/>
            <a:ext cx="3703320" cy="4251960"/>
          </a:xfrm>
          <a:prstGeom prst="roundRect">
            <a:avLst/>
          </a:prstGeom>
          <a:solidFill>
            <a:srgbClr val="E6F4FC"/>
          </a:solidFill>
          <a:ln w="15875">
            <a:solidFill>
              <a:srgbClr val="007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810512"/>
            <a:ext cx="3063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432304"/>
            <a:ext cx="297180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50" b="1">
                <a:solidFill>
                  <a:srgbClr val="232323"/>
                </a:solidFill>
                <a:latin typeface="Aptos"/>
              </a:defRPr>
            </a:pPr>
            <a:r>
              <a:t>Good data improves reporting, protects privacy, supports lead scoring, and gives sellers the context they need to follow up effectively.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989320"/>
            <a:ext cx="1088136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6108192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Manual Upload is a small step in the workflow with a large downstream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